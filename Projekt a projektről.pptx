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13701-0993-4455-BE20-6D13A4346E55}" v="207" dt="2026-02-24T19:29:01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67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35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4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7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2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60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83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1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5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6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13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404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655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6456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307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9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2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526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Projekt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788F-FDE4-5CAE-612C-97671542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759958"/>
            <a:ext cx="8534400" cy="1507067"/>
          </a:xfrm>
        </p:spPr>
        <p:txBody>
          <a:bodyPr/>
          <a:lstStyle/>
          <a:p>
            <a:r>
              <a:rPr lang="en-GB" dirty="0" err="1"/>
              <a:t>Téma</a:t>
            </a:r>
            <a:r>
              <a:rPr lang="en-GB" dirty="0"/>
              <a:t> </a:t>
            </a:r>
            <a:r>
              <a:rPr lang="en-GB" dirty="0" err="1"/>
              <a:t>kiválasztása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348B-0F97-73FD-59EB-5EB3AA8DB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264884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Válassz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érdekes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aktuális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témát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Olyan </a:t>
            </a:r>
            <a:r>
              <a:rPr lang="en-GB" err="1">
                <a:ea typeface="+mn-lt"/>
                <a:cs typeface="+mn-lt"/>
              </a:rPr>
              <a:t>témát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keress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err="1">
                <a:ea typeface="+mn-lt"/>
                <a:cs typeface="+mn-lt"/>
              </a:rPr>
              <a:t>ami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motivál</a:t>
            </a:r>
            <a:endParaRPr lang="en-GB" dirty="0">
              <a:ea typeface="+mn-lt"/>
              <a:cs typeface="+mn-lt"/>
            </a:endParaRPr>
          </a:p>
          <a:p>
            <a:r>
              <a:rPr lang="en-GB" dirty="0" err="1">
                <a:ea typeface="+mn-lt"/>
                <a:cs typeface="+mn-lt"/>
              </a:rPr>
              <a:t>Határozd</a:t>
            </a:r>
            <a:r>
              <a:rPr lang="en-GB" dirty="0">
                <a:ea typeface="+mn-lt"/>
                <a:cs typeface="+mn-lt"/>
              </a:rPr>
              <a:t> meg a </a:t>
            </a:r>
            <a:r>
              <a:rPr lang="en-GB" dirty="0" err="1">
                <a:ea typeface="+mn-lt"/>
                <a:cs typeface="+mn-lt"/>
              </a:rPr>
              <a:t>projekt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pontos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célját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Fogalmazz</a:t>
            </a:r>
            <a:r>
              <a:rPr lang="en-GB" dirty="0">
                <a:ea typeface="+mn-lt"/>
                <a:cs typeface="+mn-lt"/>
              </a:rPr>
              <a:t> meg </a:t>
            </a:r>
            <a:r>
              <a:rPr lang="en-GB" err="1">
                <a:ea typeface="+mn-lt"/>
                <a:cs typeface="+mn-lt"/>
              </a:rPr>
              <a:t>kutatási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kérdéseket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Szűkítsd</a:t>
            </a:r>
            <a:r>
              <a:rPr lang="en-GB" dirty="0">
                <a:ea typeface="+mn-lt"/>
                <a:cs typeface="+mn-lt"/>
              </a:rPr>
              <a:t> le a </a:t>
            </a:r>
            <a:r>
              <a:rPr lang="en-GB" err="1">
                <a:ea typeface="+mn-lt"/>
                <a:cs typeface="+mn-lt"/>
              </a:rPr>
              <a:t>témát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kezelhető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méretűre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639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D4AC-2D7D-3110-3667-0193095D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56994"/>
            <a:ext cx="8534400" cy="1507067"/>
          </a:xfrm>
        </p:spPr>
        <p:txBody>
          <a:bodyPr/>
          <a:lstStyle/>
          <a:p>
            <a:r>
              <a:rPr lang="en-GB" dirty="0" err="1"/>
              <a:t>Tervezés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FA9F3-D034-DBD7-DAA4-248A340B9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430137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Készíts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részletes</a:t>
            </a:r>
            <a:r>
              <a:rPr lang="en-GB" dirty="0">
                <a:ea typeface="+mn-lt"/>
                <a:cs typeface="+mn-lt"/>
              </a:rPr>
              <a:t> ütemtervet</a:t>
            </a:r>
            <a:endParaRPr lang="en-GB" dirty="0"/>
          </a:p>
          <a:p>
            <a:r>
              <a:rPr lang="en-GB" dirty="0" err="1">
                <a:ea typeface="+mn-lt"/>
                <a:cs typeface="+mn-lt"/>
              </a:rPr>
              <a:t>Határozd</a:t>
            </a:r>
            <a:r>
              <a:rPr lang="en-GB" dirty="0">
                <a:ea typeface="+mn-lt"/>
                <a:cs typeface="+mn-lt"/>
              </a:rPr>
              <a:t> meg a </a:t>
            </a:r>
            <a:r>
              <a:rPr lang="en-GB" dirty="0" err="1">
                <a:ea typeface="+mn-lt"/>
                <a:cs typeface="+mn-lt"/>
              </a:rPr>
              <a:t>főbb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feladatokat</a:t>
            </a:r>
            <a:endParaRPr lang="en-GB" dirty="0" err="1"/>
          </a:p>
          <a:p>
            <a:r>
              <a:rPr lang="en-GB" dirty="0" err="1">
                <a:ea typeface="+mn-lt"/>
                <a:cs typeface="+mn-lt"/>
              </a:rPr>
              <a:t>Oszd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fel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munkát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kisebb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részekre</a:t>
            </a:r>
            <a:endParaRPr lang="en-GB" dirty="0" err="1"/>
          </a:p>
          <a:p>
            <a:r>
              <a:rPr lang="en-GB" err="1">
                <a:ea typeface="+mn-lt"/>
                <a:cs typeface="+mn-lt"/>
              </a:rPr>
              <a:t>Állíts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fel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határidőket</a:t>
            </a:r>
            <a:endParaRPr lang="en-GB" err="1"/>
          </a:p>
          <a:p>
            <a:r>
              <a:rPr lang="en-GB" err="1">
                <a:ea typeface="+mn-lt"/>
                <a:cs typeface="+mn-lt"/>
              </a:rPr>
              <a:t>Tervezd</a:t>
            </a:r>
            <a:r>
              <a:rPr lang="en-GB" dirty="0">
                <a:ea typeface="+mn-lt"/>
                <a:cs typeface="+mn-lt"/>
              </a:rPr>
              <a:t> meg </a:t>
            </a:r>
            <a:r>
              <a:rPr lang="en-GB" err="1">
                <a:ea typeface="+mn-lt"/>
                <a:cs typeface="+mn-lt"/>
              </a:rPr>
              <a:t>az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eszközöket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forrásokat</a:t>
            </a:r>
            <a:endParaRPr lang="en-GB" dirty="0" err="1"/>
          </a:p>
        </p:txBody>
      </p:sp>
    </p:spTree>
    <p:extLst>
      <p:ext uri="{BB962C8B-B14F-4D97-AF65-F5344CB8AC3E}">
        <p14:creationId xmlns:p14="http://schemas.microsoft.com/office/powerpoint/2010/main" val="400194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9B7E-CC1C-E424-58D7-FCDABF8F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92730"/>
            <a:ext cx="8534400" cy="1507067"/>
          </a:xfrm>
        </p:spPr>
        <p:txBody>
          <a:bodyPr/>
          <a:lstStyle/>
          <a:p>
            <a:r>
              <a:rPr lang="en-GB" dirty="0" err="1"/>
              <a:t>Kutatás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AB68-312B-FF04-118F-C1C084993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65872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Gyűjts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információkat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megbízható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forrásokból</a:t>
            </a:r>
            <a:endParaRPr lang="en-GB"/>
          </a:p>
          <a:p>
            <a:r>
              <a:rPr lang="en-GB" dirty="0" err="1">
                <a:ea typeface="+mn-lt"/>
                <a:cs typeface="+mn-lt"/>
              </a:rPr>
              <a:t>Használj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könyveket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szakirodalmat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Keress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hiteles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internetes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oldalakat</a:t>
            </a:r>
            <a:endParaRPr lang="en-GB" dirty="0" err="1"/>
          </a:p>
          <a:p>
            <a:r>
              <a:rPr lang="en-GB" err="1">
                <a:ea typeface="+mn-lt"/>
                <a:cs typeface="+mn-lt"/>
              </a:rPr>
              <a:t>Jegyzetelj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rendszerezetten</a:t>
            </a:r>
            <a:endParaRPr lang="en-GB" err="1"/>
          </a:p>
          <a:p>
            <a:r>
              <a:rPr lang="en-GB" err="1">
                <a:ea typeface="+mn-lt"/>
                <a:cs typeface="+mn-lt"/>
              </a:rPr>
              <a:t>Ellenőrizd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az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információk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pontosságát</a:t>
            </a:r>
            <a:endParaRPr lang="en-GB" err="1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392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1379-9533-A701-A4A4-79ABB9DDB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9115"/>
            <a:ext cx="8534400" cy="1507067"/>
          </a:xfrm>
        </p:spPr>
        <p:txBody>
          <a:bodyPr/>
          <a:lstStyle/>
          <a:p>
            <a:r>
              <a:rPr lang="en-GB" dirty="0" err="1"/>
              <a:t>Megvalósítás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1353-3C54-0200-7B45-6F6AF76F3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824908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Készíts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vázlatot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munkádhoz</a:t>
            </a:r>
            <a:endParaRPr lang="en-GB"/>
          </a:p>
          <a:p>
            <a:r>
              <a:rPr lang="en-GB" dirty="0" err="1">
                <a:ea typeface="+mn-lt"/>
                <a:cs typeface="+mn-lt"/>
              </a:rPr>
              <a:t>Dolgozd</a:t>
            </a:r>
            <a:r>
              <a:rPr lang="en-GB" dirty="0">
                <a:ea typeface="+mn-lt"/>
                <a:cs typeface="+mn-lt"/>
              </a:rPr>
              <a:t> ki a </a:t>
            </a:r>
            <a:r>
              <a:rPr lang="en-GB" dirty="0" err="1">
                <a:ea typeface="+mn-lt"/>
                <a:cs typeface="+mn-lt"/>
              </a:rPr>
              <a:t>tartalmat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részletesen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Használj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példákat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szemléltetést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Készíts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ábrákat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vagy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grafikonokat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Ellenőrizd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err="1">
                <a:ea typeface="+mn-lt"/>
                <a:cs typeface="+mn-lt"/>
              </a:rPr>
              <a:t>helyesírást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formázást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25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643D-10EF-FB15-98C4-3A4E5245E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9115"/>
            <a:ext cx="8534400" cy="1507067"/>
          </a:xfrm>
        </p:spPr>
        <p:txBody>
          <a:bodyPr/>
          <a:lstStyle/>
          <a:p>
            <a:r>
              <a:rPr lang="en-GB" dirty="0" err="1"/>
              <a:t>Prezentáció</a:t>
            </a:r>
            <a:r>
              <a:rPr lang="en-GB" dirty="0"/>
              <a:t> </a:t>
            </a:r>
            <a:r>
              <a:rPr lang="en-GB" dirty="0" err="1"/>
              <a:t>készítése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3A7B-60B0-1994-F111-E60AF3A7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531125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Legyen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diasor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áttekinthető</a:t>
            </a:r>
          </a:p>
          <a:p>
            <a:r>
              <a:rPr lang="en-GB" dirty="0" err="1">
                <a:ea typeface="+mn-lt"/>
                <a:cs typeface="+mn-lt"/>
              </a:rPr>
              <a:t>Használj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rövid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lényegre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törő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mondatokat</a:t>
            </a:r>
            <a:endParaRPr lang="en-GB" dirty="0">
              <a:ea typeface="+mn-lt"/>
              <a:cs typeface="+mn-lt"/>
            </a:endParaRPr>
          </a:p>
          <a:p>
            <a:r>
              <a:rPr lang="en-GB" dirty="0" err="1">
                <a:ea typeface="+mn-lt"/>
                <a:cs typeface="+mn-lt"/>
              </a:rPr>
              <a:t>Alkalmazz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képeket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vizuális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elemeket</a:t>
            </a:r>
            <a:endParaRPr lang="en-GB" dirty="0">
              <a:ea typeface="+mn-lt"/>
              <a:cs typeface="+mn-lt"/>
            </a:endParaRPr>
          </a:p>
          <a:p>
            <a:r>
              <a:rPr lang="en-GB" dirty="0" err="1">
                <a:ea typeface="+mn-lt"/>
                <a:cs typeface="+mn-lt"/>
              </a:rPr>
              <a:t>Ügyelj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egységes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stílusra</a:t>
            </a:r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Ne </a:t>
            </a:r>
            <a:r>
              <a:rPr lang="en-GB" dirty="0" err="1">
                <a:ea typeface="+mn-lt"/>
                <a:cs typeface="+mn-lt"/>
              </a:rPr>
              <a:t>zsúfold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túl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diákat</a:t>
            </a:r>
            <a:endParaRPr lang="en-GB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778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AC0-63EA-CF59-198D-C9A0E4DC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48802"/>
            <a:ext cx="8534400" cy="1507067"/>
          </a:xfrm>
        </p:spPr>
        <p:txBody>
          <a:bodyPr/>
          <a:lstStyle/>
          <a:p>
            <a:r>
              <a:rPr lang="en-GB" dirty="0" err="1"/>
              <a:t>Bemutatás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EB1E-9A9C-8950-C30A-33AE2D630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879294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Gyakorold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előre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előadást</a:t>
            </a:r>
            <a:endParaRPr lang="en-GB" dirty="0" err="1"/>
          </a:p>
          <a:p>
            <a:r>
              <a:rPr lang="en-GB" err="1">
                <a:ea typeface="+mn-lt"/>
                <a:cs typeface="+mn-lt"/>
              </a:rPr>
              <a:t>Beszélj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hangosan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és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érthetően</a:t>
            </a:r>
            <a:endParaRPr lang="en-GB" err="1"/>
          </a:p>
          <a:p>
            <a:r>
              <a:rPr lang="en-GB" dirty="0">
                <a:ea typeface="+mn-lt"/>
                <a:cs typeface="+mn-lt"/>
              </a:rPr>
              <a:t>Tarts </a:t>
            </a:r>
            <a:r>
              <a:rPr lang="en-GB" dirty="0" err="1">
                <a:ea typeface="+mn-lt"/>
                <a:cs typeface="+mn-lt"/>
              </a:rPr>
              <a:t>szemkontaktust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hallgatósággal</a:t>
            </a:r>
            <a:endParaRPr lang="en-GB" dirty="0" err="1"/>
          </a:p>
          <a:p>
            <a:r>
              <a:rPr lang="en-GB" dirty="0" err="1">
                <a:ea typeface="+mn-lt"/>
                <a:cs typeface="+mn-lt"/>
              </a:rPr>
              <a:t>Figyelj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testbeszédedre</a:t>
            </a:r>
            <a:endParaRPr lang="en-GB" dirty="0" err="1"/>
          </a:p>
          <a:p>
            <a:r>
              <a:rPr lang="en-GB" dirty="0" err="1">
                <a:ea typeface="+mn-lt"/>
                <a:cs typeface="+mn-lt"/>
              </a:rPr>
              <a:t>Válaszolj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magabiztosan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kérdésekre</a:t>
            </a:r>
            <a:endParaRPr lang="en-GB" dirty="0" err="1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825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3D82-53BF-6960-923F-380E55FD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0922"/>
            <a:ext cx="8534400" cy="1507067"/>
          </a:xfrm>
        </p:spPr>
        <p:txBody>
          <a:bodyPr/>
          <a:lstStyle/>
          <a:p>
            <a:r>
              <a:rPr lang="en-GB" dirty="0" err="1"/>
              <a:t>Értékelés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D5B2-5C6D-F831-468E-136F6D4D6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25198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Ellenőrizd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elérted</a:t>
            </a:r>
            <a:r>
              <a:rPr lang="en-GB" dirty="0">
                <a:ea typeface="+mn-lt"/>
                <a:cs typeface="+mn-lt"/>
              </a:rPr>
              <a:t>-e a </a:t>
            </a:r>
            <a:r>
              <a:rPr lang="en-GB" dirty="0" err="1">
                <a:ea typeface="+mn-lt"/>
                <a:cs typeface="+mn-lt"/>
              </a:rPr>
              <a:t>célodat</a:t>
            </a:r>
            <a:endParaRPr lang="en-GB" dirty="0" err="1"/>
          </a:p>
          <a:p>
            <a:r>
              <a:rPr lang="en-GB" dirty="0" err="1">
                <a:ea typeface="+mn-lt"/>
                <a:cs typeface="+mn-lt"/>
              </a:rPr>
              <a:t>Hasonlítsd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össze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eredményt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tervvel</a:t>
            </a:r>
          </a:p>
          <a:p>
            <a:r>
              <a:rPr lang="en-GB" dirty="0" err="1">
                <a:ea typeface="+mn-lt"/>
                <a:cs typeface="+mn-lt"/>
              </a:rPr>
              <a:t>Kérj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visszajelzést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másoktól</a:t>
            </a:r>
          </a:p>
          <a:p>
            <a:r>
              <a:rPr lang="en-GB" dirty="0" err="1">
                <a:ea typeface="+mn-lt"/>
                <a:cs typeface="+mn-lt"/>
              </a:rPr>
              <a:t>Jegyezd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fel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tapasztalatokat</a:t>
            </a:r>
          </a:p>
          <a:p>
            <a:r>
              <a:rPr lang="en-GB" dirty="0" err="1">
                <a:ea typeface="+mn-lt"/>
                <a:cs typeface="+mn-lt"/>
              </a:rPr>
              <a:t>Gondold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át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fejlesztési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lehetőségeket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6219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D77E-12A1-48F5-E9EF-7BD15669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802" y="209115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GB" sz="7200" err="1"/>
              <a:t>Vége</a:t>
            </a:r>
            <a:endParaRPr lang="en-GB" sz="7200"/>
          </a:p>
        </p:txBody>
      </p:sp>
    </p:spTree>
    <p:extLst>
      <p:ext uri="{BB962C8B-B14F-4D97-AF65-F5344CB8AC3E}">
        <p14:creationId xmlns:p14="http://schemas.microsoft.com/office/powerpoint/2010/main" val="280221382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Slice</vt:lpstr>
      <vt:lpstr>Projekt</vt:lpstr>
      <vt:lpstr>Téma kiválasztása</vt:lpstr>
      <vt:lpstr>Tervezés</vt:lpstr>
      <vt:lpstr>Kutatás</vt:lpstr>
      <vt:lpstr>Megvalósítás</vt:lpstr>
      <vt:lpstr>Prezentáció készítése</vt:lpstr>
      <vt:lpstr>Bemutatás</vt:lpstr>
      <vt:lpstr>Értékelés</vt:lpstr>
      <vt:lpstr>Vége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</cp:revision>
  <dcterms:created xsi:type="dcterms:W3CDTF">2026-02-24T17:37:57Z</dcterms:created>
  <dcterms:modified xsi:type="dcterms:W3CDTF">2026-02-24T19:30:00Z</dcterms:modified>
</cp:coreProperties>
</file>